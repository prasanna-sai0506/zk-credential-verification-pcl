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5" r:id="rId11"/>
    <p:sldId id="266" r:id="rId12"/>
    <p:sldId id="267" r:id="rId13"/>
    <p:sldId id="269" r:id="rId15"/>
    <p:sldId id="270" r:id="rId16"/>
    <p:sldId id="272" r:id="rId18"/>
    <p:sldId id="274" r:id="rId20"/>
    <p:sldId id="276" r:id="rId22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1645920" cy="1645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560320"/>
            <a:ext cx="1097280" cy="1097280"/>
          </a:xfrm>
          <a:prstGeom prst="ellipse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097280"/>
            <a:ext cx="822960" cy="8229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0"/>
            <a:ext cx="640080" cy="64008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43200"/>
            <a:ext cx="640080" cy="640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640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57200" y="10515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17830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LLM Parsing</a:t>
            </a:r>
            <a:endParaRPr lang="en-US" sz="3800" dirty="0"/>
          </a:p>
        </p:txBody>
      </p:sp>
      <p:sp>
        <p:nvSpPr>
          <p:cNvPr id="12" name="Text 7"/>
          <p:cNvSpPr/>
          <p:nvPr/>
        </p:nvSpPr>
        <p:spPr>
          <a:xfrm>
            <a:off x="457200" y="26060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Identity Verification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Zero-Knowledge Proofs &amp; AI-Driven Claim Extraction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33756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34747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  |  Department of Computer Science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376732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Cryptography &amp; AI Systems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20624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960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System?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identity verification platform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(LLMs) to extract claims from documents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claims to Zero-Knowledge Proofs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learns only: ✓ or ✗ — never raw data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anchors the proof for trustless audit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777240"/>
            <a:ext cx="416052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914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Concept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14356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 → AI Reads It → Prove a Claim → Blockchain Records It → Verifier Confirms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09160" y="2743200"/>
            <a:ext cx="4160520" cy="2103120"/>
          </a:xfrm>
          <a:prstGeom prst="rect">
            <a:avLst/>
          </a:prstGeom>
          <a:solidFill>
            <a:srgbClr val="0F294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803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46320" y="340156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 ever leaves your device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risky document sharing (KYC)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Cryptography working together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Traditional KYC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834640" cy="4023360"/>
          </a:xfrm>
          <a:prstGeom prst="rect">
            <a:avLst/>
          </a:prstGeom>
          <a:solidFill>
            <a:srgbClr val="0D1B2A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283464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920240" cy="36576"/>
          </a:xfrm>
          <a:prstGeom prst="rect">
            <a:avLst/>
          </a:prstGeom>
          <a:solidFill>
            <a:srgbClr val="EF476F">
              <a:alpha val="40000"/>
            </a:srgbClr>
          </a:solidFill>
          <a:ln w="12700">
            <a:solidFill>
              <a:srgbClr val="EF476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2860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documents (passports, IDs) shared with organizations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access to sensitive personal information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breach = lifetime privacy compromised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777240"/>
            <a:ext cx="2834640" cy="40233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777240"/>
            <a:ext cx="283464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1440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 Risks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657600" y="2148840"/>
            <a:ext cx="1920240" cy="36576"/>
          </a:xfrm>
          <a:prstGeom prst="rect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83280" y="22860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 are high-value targets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breach impact (millions of records)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compliance violations on breach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777240"/>
            <a:ext cx="2834640" cy="4023360"/>
          </a:xfrm>
          <a:prstGeom prst="rect">
            <a:avLst/>
          </a:prstGeom>
          <a:solidFill>
            <a:srgbClr val="0D1B2A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777240"/>
            <a:ext cx="283464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1440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583680" y="2148840"/>
            <a:ext cx="1920240" cy="36576"/>
          </a:xfrm>
          <a:prstGeom prst="rect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09360" y="22860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no control over their data post-submission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sold / misused by intermediaries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guarantee of non-disclosure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Traditional KYC requires trusting every intermediary with your most sensitive documents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5120640" cy="804672"/>
          </a:xfrm>
          <a:prstGeom prst="rect">
            <a:avLst/>
          </a:prstGeom>
          <a:solidFill>
            <a:srgbClr val="0F29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515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00584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document sharing with Zero-Knowledge Proofs (ZKP)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5120640" cy="804672"/>
          </a:xfrm>
          <a:prstGeom prst="rect">
            <a:avLst/>
          </a:prstGeom>
          <a:solidFill>
            <a:srgbClr val="0F2942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011680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 to intelligently parse and extract claims from documents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5120640" cy="804672"/>
          </a:xfrm>
          <a:prstGeom prst="rect">
            <a:avLst/>
          </a:prstGeom>
          <a:solidFill>
            <a:srgbClr val="0F2942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971800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claims against known schemas before proof generation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5120640" cy="804672"/>
          </a:xfrm>
          <a:prstGeom prst="rect">
            <a:avLst/>
          </a:prstGeom>
          <a:solidFill>
            <a:srgbClr val="0F294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931920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88620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confirms truth — without ever seeing raw document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777240"/>
            <a:ext cx="3291840" cy="4069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777240"/>
            <a:ext cx="32918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8368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669280" y="1600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943600" y="3017520"/>
            <a:ext cx="256032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0" y="3127248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without revealing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reads; crypto proves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 intermediaries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— End-to-End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" y="1188720"/>
            <a:ext cx="1115568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8872" y="1188720"/>
            <a:ext cx="11155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28016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682496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8872" y="25603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submitted securely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234440" y="2075688"/>
            <a:ext cx="182880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17320" y="1188720"/>
            <a:ext cx="1115568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417320" y="1188720"/>
            <a:ext cx="1115568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10512" y="1280160"/>
            <a:ext cx="329184" cy="32918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1051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682496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417320" y="25603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extracted from image/PDF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532888" y="2075688"/>
            <a:ext cx="182880" cy="54864"/>
          </a:xfrm>
          <a:prstGeom prst="rect">
            <a:avLst/>
          </a:prstGeom>
          <a:solidFill>
            <a:srgbClr val="48CAE4">
              <a:alpha val="60000"/>
            </a:srgbClr>
          </a:solidFill>
          <a:ln w="12700">
            <a:solidFill>
              <a:srgbClr val="48CAE4">
                <a:alpha val="6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15768" y="1188720"/>
            <a:ext cx="1115568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715768" y="1188720"/>
            <a:ext cx="1115568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108960" y="1280160"/>
            <a:ext cx="329184" cy="329184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10896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682496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715768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715768" y="25603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parsed &amp; structured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3831336" y="2075688"/>
            <a:ext cx="182880" cy="54864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014216" y="1188720"/>
            <a:ext cx="1115568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014216" y="1188720"/>
            <a:ext cx="1115568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407408" y="1280160"/>
            <a:ext cx="329184" cy="32918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4074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82496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014216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014216" y="25603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integrity check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5129784" y="2075688"/>
            <a:ext cx="182880" cy="54864"/>
          </a:xfrm>
          <a:prstGeom prst="rect">
            <a:avLst/>
          </a:prstGeom>
          <a:solidFill>
            <a:srgbClr val="FFB703">
              <a:alpha val="60000"/>
            </a:srgbClr>
          </a:solidFill>
          <a:ln w="12700">
            <a:solidFill>
              <a:srgbClr val="FFB703">
                <a:alpha val="6000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312664" y="1188720"/>
            <a:ext cx="1115568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5312664" y="1188720"/>
            <a:ext cx="1115568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705856" y="1280160"/>
            <a:ext cx="329184" cy="32918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705856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1682496"/>
            <a:ext cx="457200" cy="45720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312664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5312664" y="25603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generated locally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6428232" y="2075688"/>
            <a:ext cx="182880" cy="54864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6611112" y="1188720"/>
            <a:ext cx="1115568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6611112" y="1188720"/>
            <a:ext cx="1115568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004304" y="1280160"/>
            <a:ext cx="329184" cy="329184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00430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1682496"/>
            <a:ext cx="457200" cy="45720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6611112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6611112" y="25603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anchored on-chain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7726680" y="2075688"/>
            <a:ext cx="182880" cy="54864"/>
          </a:xfrm>
          <a:prstGeom prst="rect">
            <a:avLst/>
          </a:prstGeom>
          <a:solidFill>
            <a:srgbClr val="EF476F">
              <a:alpha val="60000"/>
            </a:srgbClr>
          </a:solidFill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7909560" y="1188720"/>
            <a:ext cx="1115568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7909560" y="1188720"/>
            <a:ext cx="11155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8302752" y="128016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830275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1682496"/>
            <a:ext cx="457200" cy="45720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7909560" y="22128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62" name="Text 53"/>
          <p:cNvSpPr/>
          <p:nvPr/>
        </p:nvSpPr>
        <p:spPr>
          <a:xfrm>
            <a:off x="7909560" y="25603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confirms claim</a:t>
            </a:r>
            <a:endParaRPr lang="en-US" sz="800" dirty="0"/>
          </a:p>
        </p:txBody>
      </p:sp>
      <p:sp>
        <p:nvSpPr>
          <p:cNvPr id="63" name="Shape 54"/>
          <p:cNvSpPr/>
          <p:nvPr/>
        </p:nvSpPr>
        <p:spPr>
          <a:xfrm>
            <a:off x="274320" y="3246120"/>
            <a:ext cx="8595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502920" y="338328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Key Privacy Guarantee: Raw document data never leaves the client device. Only the cryptographic proof is transmitted to the blockchain.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&amp; System Architecture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3749040" cy="3931920"/>
          </a:xfrm>
          <a:prstGeom prst="rect">
            <a:avLst/>
          </a:prstGeom>
          <a:solidFill>
            <a:srgbClr val="0F2942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9601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Parsing Layer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212848"/>
            <a:ext cx="3383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any document format (PDF, image, text)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claims using prompt engineering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validated JSON (age, name, degree...)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noisy, inconsistent real-world documents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24528" y="1737360"/>
            <a:ext cx="685800" cy="685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24528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29200" y="822960"/>
            <a:ext cx="3749040" cy="3931920"/>
          </a:xfrm>
          <a:prstGeom prst="rect">
            <a:avLst/>
          </a:prstGeom>
          <a:solidFill>
            <a:srgbClr val="0F294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Proving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166360" y="2212848"/>
            <a:ext cx="3383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JSON claims into cryptographic proofs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says 'claim is true' without revealing data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Groth16 proving system (compact, fast verification)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parsing — clean, auditable boundary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&amp; Data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743200" cy="1828800"/>
          </a:xfrm>
          <a:prstGeom prst="rect">
            <a:avLst/>
          </a:prstGeom>
          <a:solidFill>
            <a:srgbClr val="0F29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9611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12801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PDF, image, text formats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before storing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document hash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804672"/>
            <a:ext cx="2743200" cy="1828800"/>
          </a:xfrm>
          <a:prstGeom prst="rect">
            <a:avLst/>
          </a:prstGeom>
          <a:solidFill>
            <a:srgbClr val="0F294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804672"/>
            <a:ext cx="27432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89611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37560" y="12801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LLaMA based extraction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for schema output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validation &amp; fallback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804672"/>
            <a:ext cx="2743200" cy="1828800"/>
          </a:xfrm>
          <a:prstGeom prst="rect">
            <a:avLst/>
          </a:prstGeom>
          <a:solidFill>
            <a:srgbClr val="0F29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804672"/>
            <a:ext cx="27432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9611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Validator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63640" y="12801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(JSON Schema)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claim consistency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anomalies for review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74320" y="2816352"/>
            <a:ext cx="2743200" cy="1828800"/>
          </a:xfrm>
          <a:prstGeom prst="rect">
            <a:avLst/>
          </a:prstGeom>
          <a:solidFill>
            <a:srgbClr val="0F29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2816352"/>
            <a:ext cx="27432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0779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Generator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11480" y="32918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circuit compilation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snarkjs proof generation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Groth16 trusted setup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0" y="2816352"/>
            <a:ext cx="2743200" cy="1828800"/>
          </a:xfrm>
          <a:prstGeom prst="rect">
            <a:avLst/>
          </a:prstGeom>
          <a:solidFill>
            <a:srgbClr val="0F294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0" y="2816352"/>
            <a:ext cx="274320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90779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5760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337560" y="32918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on EVM chain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proof on-chain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proof hash only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126480" y="2816352"/>
            <a:ext cx="2743200" cy="1828800"/>
          </a:xfrm>
          <a:prstGeom prst="rect">
            <a:avLst/>
          </a:prstGeom>
          <a:solidFill>
            <a:srgbClr val="0F29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26480" y="2816352"/>
            <a:ext cx="274320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907792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8368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263640" y="32918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proof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data in browser memory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 — The LLM's Role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023360" cy="4069080"/>
          </a:xfrm>
          <a:prstGeom prst="rect">
            <a:avLst/>
          </a:prstGeom>
          <a:solidFill>
            <a:srgbClr val="0D1B2A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 Extraction Works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52704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text passed as LLM input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instructs: extract specific fields only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structured JSON response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filters hallucinations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flag uncertain extractions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777240"/>
            <a:ext cx="4389120" cy="4069080"/>
          </a:xfrm>
          <a:prstGeom prst="rect">
            <a:avLst/>
          </a:prstGeom>
          <a:solidFill>
            <a:srgbClr val="0F29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1772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— Passport Document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298448"/>
            <a:ext cx="4114800" cy="320040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1389888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"document_type": "passport",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"full_name": "[REDACTED]",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"age": 27,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"age_verified":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"nationality": "IND",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"degree": "B.Tech CS",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"institution": "IIT Delhi",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"expiry_valid":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"confidence": 0.97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 (ZKP) — Core Concept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8696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841248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Zero-Knowledge Proof lets a Prover convince a Verifier that a statement is true — without revealing any information beyond the truth of the statement itself.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1828800"/>
            <a:ext cx="2788920" cy="1554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385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202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" y="24871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statement is true, an honest prover can always convince the verifier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0" y="1828800"/>
            <a:ext cx="2788920" cy="155448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9385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19202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37560" y="24871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dishonest prover cannot convince the verifier of a false statement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1828800"/>
            <a:ext cx="2788920" cy="1554480"/>
          </a:xfrm>
          <a:prstGeom prst="rect">
            <a:avLst/>
          </a:prstGeom>
          <a:solidFill>
            <a:srgbClr val="0D1B2A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3852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19202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24871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learns nothing except that the statement is true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74320" y="3520440"/>
            <a:ext cx="8595360" cy="1280160"/>
          </a:xfrm>
          <a:prstGeom prst="rect">
            <a:avLst/>
          </a:prstGeom>
          <a:solidFill>
            <a:srgbClr val="0F29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02920" y="3611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Groth16?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" y="400507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proof size of any practical ZK system (128 bytes)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on-chain verification — ideal for smart contracts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(used by Zcash, Tornado Cash, Filecoin)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Circuit &amp; Blockchain Integration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393192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393192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EF476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8696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886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Inputs (Hidden)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13716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age value (e.g., 27)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and nationality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hash (binding to original)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salt (prevents brute force)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697480"/>
            <a:ext cx="3931920" cy="2148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0720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2807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Inputs (Revealed)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3310128"/>
            <a:ext cx="3611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threshold (e.g., is_over_18 = true)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commitment hash (Pedersen)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 of valid issuers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Nullifier (prevents double use)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89120" y="777240"/>
            <a:ext cx="4480560" cy="4069080"/>
          </a:xfrm>
          <a:prstGeom prst="rect">
            <a:avLst/>
          </a:prstGeom>
          <a:solidFill>
            <a:srgbClr val="0F294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914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Logic (Circom)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0" y="1463040"/>
            <a:ext cx="4114800" cy="31089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63440" y="1572768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AgeVerify()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signal private input 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signal private input salt;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signal input threshold;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signal output valid;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Age check constraint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valid &lt;== age &gt;= threshold;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Hash commitment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commit = Pedersen(age,salt);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95528"/>
            <a:ext cx="859536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9552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23544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0976" y="832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26080" y="905256"/>
            <a:ext cx="2194560" cy="475488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71800" y="9052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57800" y="83210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user interaction, document upload interface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50976" y="11978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74320" y="1618488"/>
            <a:ext cx="859536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1618488"/>
            <a:ext cx="54864" cy="71323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46504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50976" y="1655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926080" y="1728216"/>
            <a:ext cx="2194560" cy="475488"/>
          </a:xfrm>
          <a:prstGeom prst="rect">
            <a:avLst/>
          </a:prstGeom>
          <a:solidFill>
            <a:srgbClr val="48CAE4">
              <a:alpha val="20000"/>
            </a:srgbClr>
          </a:solidFill>
          <a:ln w="12700">
            <a:solidFill>
              <a:srgbClr val="48CAE4">
                <a:alpha val="4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971800" y="17282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Celery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257800" y="165506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async task queue, document handling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950976" y="2020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74320" y="2441448"/>
            <a:ext cx="859536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74320" y="2441448"/>
            <a:ext cx="54864" cy="7132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9464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50976" y="2478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926080" y="2551176"/>
            <a:ext cx="2194560" cy="475488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971800" y="255117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LLaMA 3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257800" y="247802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parsing, claim extraction, structured output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950976" y="28437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274320" y="3264408"/>
            <a:ext cx="859536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274320" y="3264408"/>
            <a:ext cx="54864" cy="7132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92424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50976" y="33009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Toolchain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2926080" y="3374136"/>
            <a:ext cx="2194560" cy="475488"/>
          </a:xfrm>
          <a:prstGeom prst="rect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971800" y="33741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+ snarkjs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257800" y="330098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compilation, witness generation, proof creation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950976" y="3666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TOOLCHAIN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274320" y="4087368"/>
            <a:ext cx="859536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274320" y="4087368"/>
            <a:ext cx="54864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15384"/>
            <a:ext cx="411480" cy="4114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50976" y="4123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2926080" y="4197096"/>
            <a:ext cx="2194560" cy="475488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971800" y="4197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+ Hardhat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5257800" y="412394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proof verification, state management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950976" y="44897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 &amp; Threat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41832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941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1490472"/>
            <a:ext cx="3840480" cy="2743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60934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encrypted at rest using AES-256-GCM. Keys managed via HSM — never stored alongside data.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804672"/>
            <a:ext cx="4114800" cy="192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804672"/>
            <a:ext cx="41148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41832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13248" y="941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Storage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800600" y="1490472"/>
            <a:ext cx="3840480" cy="274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00600" y="160934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document data never written to persistent storage. Only encrypted blobs and proof hashes retained.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2907792"/>
            <a:ext cx="4114800" cy="192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4320" y="2907792"/>
            <a:ext cx="41148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44952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4128" y="304495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Protection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11480" y="3593592"/>
            <a:ext cx="3840480" cy="27432"/>
          </a:xfrm>
          <a:prstGeom prst="rect">
            <a:avLst/>
          </a:prstGeom>
          <a:solidFill>
            <a:srgbClr val="FFB703">
              <a:alpha val="30000"/>
            </a:srgbClr>
          </a:solidFill>
          <a:ln w="12700">
            <a:solidFill>
              <a:srgbClr val="FFB703">
                <a:alpha val="3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11480" y="3712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Nullifier hashes prevent the same proof from being submitted twice. Time-limited validity windows enforced.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63440" y="2907792"/>
            <a:ext cx="4114800" cy="192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63440" y="2907792"/>
            <a:ext cx="411480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44952"/>
            <a:ext cx="475488" cy="4754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13248" y="304495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Safety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800600" y="3593592"/>
            <a:ext cx="3840480" cy="27432"/>
          </a:xfrm>
          <a:prstGeom prst="rect">
            <a:avLst/>
          </a:prstGeom>
          <a:solidFill>
            <a:srgbClr val="EF476F">
              <a:alpha val="30000"/>
            </a:srgbClr>
          </a:solidFill>
          <a:ln w="12700">
            <a:solidFill>
              <a:srgbClr val="EF476F">
                <a:alpha val="3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00600" y="3712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input sanitized; output validated against strict JSON schema before proceeding. Adversarial inputs rejected.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Project Structure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758952"/>
            <a:ext cx="8595360" cy="594360"/>
          </a:xfrm>
          <a:prstGeom prst="rect">
            <a:avLst/>
          </a:prstGeom>
          <a:solidFill>
            <a:srgbClr val="0F294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86868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795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108813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Node.js, Python, snarkjs, Circom, Hardhat. Configure venv and npm workspace.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868680"/>
            <a:ext cx="883920" cy="7315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472184"/>
            <a:ext cx="8595360" cy="594360"/>
          </a:xfrm>
          <a:prstGeom prst="rect">
            <a:avLst/>
          </a:prstGeom>
          <a:solidFill>
            <a:srgbClr val="0F2942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581912"/>
            <a:ext cx="365760" cy="36576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18013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FastAPI routes for document upload, OCR, LLM integration, and claim validation.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1581912"/>
            <a:ext cx="1767840" cy="73152"/>
          </a:xfrm>
          <a:prstGeom prst="rect">
            <a:avLst/>
          </a:prstGeom>
          <a:solidFill>
            <a:srgbClr val="48CAE4">
              <a:alpha val="30000"/>
            </a:srgbClr>
          </a:solidFill>
          <a:ln w="12700">
            <a:solidFill>
              <a:srgbClr val="48CAE4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185416"/>
            <a:ext cx="8595360" cy="594360"/>
          </a:xfrm>
          <a:prstGeom prst="rect">
            <a:avLst/>
          </a:prstGeom>
          <a:solidFill>
            <a:srgbClr val="0F2942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295144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2221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2514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Circom circuits for age, degree, nationality checks. Compile and run trusted setup (Powers of Tau).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295144"/>
            <a:ext cx="2651760" cy="7315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898648"/>
            <a:ext cx="8595360" cy="594360"/>
          </a:xfrm>
          <a:prstGeom prst="rect">
            <a:avLst/>
          </a:prstGeom>
          <a:solidFill>
            <a:srgbClr val="0F294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008376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29352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Generation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22783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snarkjs witness computation and Groth16 proof generation with claim inputs.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3008376"/>
            <a:ext cx="3535680" cy="73152"/>
          </a:xfrm>
          <a:prstGeom prst="rect">
            <a:avLst/>
          </a:prstGeom>
          <a:solidFill>
            <a:srgbClr val="FFB703">
              <a:alpha val="30000"/>
            </a:srgbClr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0F294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3721608"/>
            <a:ext cx="365760" cy="365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" y="36484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" y="394106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Solidity verifier contract. Implement nullifier mapping and event emission.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3721608"/>
            <a:ext cx="4419600" cy="7315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0F2942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4434840"/>
            <a:ext cx="365760" cy="3657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" y="4361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" y="465429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React UI to all APIs. Handle wallet signing, proof submission, and verification feedback.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154680" y="4434840"/>
            <a:ext cx="5303520" cy="73152"/>
          </a:xfrm>
          <a:prstGeom prst="rect">
            <a:avLst/>
          </a:prstGeom>
          <a:solidFill>
            <a:srgbClr val="EF476F">
              <a:alpha val="30000"/>
            </a:srgbClr>
          </a:solidFill>
          <a:ln w="12700">
            <a:solidFill>
              <a:srgbClr val="EF476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9611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raw data exposure — verifier only receives a cryptographic boolean. GDPR &amp; privacy-regulation friendly by default.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8046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804672"/>
            <a:ext cx="27432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89611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3756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backend + stateless blockchain verification scales horizontally. Proof generation can be parallelized across Celery workers.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8046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804672"/>
            <a:ext cx="27432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9611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6364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backend is compromised, only encrypted blobs and proof hashes are at risk — no plaintext PII ever stored.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" y="28620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2862072"/>
            <a:ext cx="27432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5351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Flexibility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11480" y="34290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parsing handles diverse document formats without brittle regex rules — adapts to passports, degrees, utility bills.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0" y="28620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0" y="2862072"/>
            <a:ext cx="274320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95351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5760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Verification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337560" y="34290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verification requires no trusted third party — math guarantees correctness without relying on intermediaries.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126480" y="28620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26480" y="2862072"/>
            <a:ext cx="274320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953512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8368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263640" y="34290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hashes on-chain provide immutable audit trail. Nullifiers prevent forgery while preserving anonymity.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Credential Verification with LLM Parsing  |  Privacy-Preserving Identity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0" y="49743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Presentation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9611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Multi-Claim Verification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multiple claims simultaneously in one proof (age AND nationality AND degree) using composable circuit templates.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8046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804672"/>
            <a:ext cx="27432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89611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LLM Validation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3756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open-source LLMs on verified document datasets. Add cross-document consistency checking and multi-model consensus.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8046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804672"/>
            <a:ext cx="27432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9611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896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STARKs Integration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63640" y="13716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Groth16 with zk-STARKs (no trusted setup required, post-quantum secure, transparent). Ideal for production-grade systems.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" y="28620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2862072"/>
            <a:ext cx="27432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5351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Identity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11480" y="34290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DID (Decentralized Identifiers) standards (W3C). Enable portable, user-controlled identity across multiple platforms.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0" y="28620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0" y="2862072"/>
            <a:ext cx="274320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95351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5760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SDK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337560" y="34290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iOS/Android SDK for on-device proof generation. Enable fully offline credential verification without server dependency.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126480" y="2862072"/>
            <a:ext cx="2743200" cy="1920240"/>
          </a:xfrm>
          <a:prstGeom prst="rect">
            <a:avLst/>
          </a:prstGeom>
          <a:solidFill>
            <a:srgbClr val="0F294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26480" y="2862072"/>
            <a:ext cx="274320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953512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8368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Support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263640" y="34290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verifier contracts across Ethereum, Polygon, Solana. Enable multi-chain identity portability and credential bridging.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ZK Credential Verification with LLM Parsing</dc:title>
  <dc:subject>PptxGenJS Presentation</dc:subject>
  <dc:creator>Research Team</dc:creator>
  <cp:lastModifiedBy>Research Team</cp:lastModifiedBy>
  <cp:revision>1</cp:revision>
  <dcterms:created xsi:type="dcterms:W3CDTF">2026-04-09T11:04:59Z</dcterms:created>
  <dcterms:modified xsi:type="dcterms:W3CDTF">2026-04-09T11:04:59Z</dcterms:modified>
</cp:coreProperties>
</file>